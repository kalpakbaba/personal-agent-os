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 Özeti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Gelir hedefi aşıldı</a:t>
            </a:r>
          </a:p>
          <a:p>
            <a:r>
              <a:t>Üç yeni müşteri</a:t>
            </a:r>
          </a:p>
          <a:p>
            <a:r>
              <a:t>Bir gecikmiş teslimat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Gelirler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Toplam gelir 1,2 milyon TL</a:t>
            </a:r>
          </a:p>
          <a:p>
            <a:r>
              <a:t>Abonelik payı yüzde 60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Giderler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Personel gideri sabit</a:t>
            </a:r>
          </a:p>
          <a:p>
            <a:r>
              <a:t>Bulut maliyeti yüzde 8 arttı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Müşteri Kazanımı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Üç kurumsal müşteri</a:t>
            </a:r>
          </a:p>
          <a:p>
            <a:r>
              <a:t>Dönüşüm oranı yüzde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Tedarikçi bağımlılığı</a:t>
            </a:r>
          </a:p>
          <a:p>
            <a:r>
              <a:t>Kur dalgalanması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Hedefler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Q4'te iki ürün lansmanı</a:t>
            </a:r>
          </a:p>
          <a:p>
            <a:r>
              <a:t>Destek süresini yarıya indirmek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Teşekkürler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Sorular?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Q3 Sunumu</dc:title>
  <dc:subject/>
  <dc:creator>PagentOS fixtures</dc:creator>
  <cp:keywords/>
  <dc:description>generated using python-pptx</dc:description>
  <cp:lastModifiedBy>Steve Canny</cp:lastModifiedBy>
  <cp:revision>1</cp:revision>
  <dcterms:created xsi:type="dcterms:W3CDTF">2026-09-08T09:00:00Z</dcterms:created>
  <dcterms:modified xsi:type="dcterms:W3CDTF">2026-09-08T09:00:00Z</dcterms:modified>
  <cp:category/>
</cp:coreProperties>
</file>